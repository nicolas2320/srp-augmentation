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E7989-6E04-4750-8B74-2CA127A40735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E9610-E9FD-48AA-BA85-1C30BEF0AA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570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AE9610-E9FD-48AA-BA85-1C30BEF0AA8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6483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12B74-95EE-7FD9-55E8-B14D32527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21DEAC-C91A-C91F-5377-FC55094CC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556866-9145-3992-DDDE-52C1C437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DB4736-E718-07D1-2BDF-9507D8396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6A591C-2C24-44E3-510B-E0D7B58F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62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808B8E-00A7-DB32-710C-9FCCE1EA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61ACD6-AE51-08A3-796F-AC820F1A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CC9976-47A3-B642-9A6D-57385337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B70120-8ED5-A10E-82C1-56E640FC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33ACD6-26C5-4F13-A087-1206B795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52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BD4C90-5707-4266-CA92-05B70A84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EE8A0A-35F5-FEBB-D804-49F0CDB0F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EE54EE-C8E3-9BA6-2E97-E9D1AFD4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7EB967-A5E0-68CC-AA67-DF16420A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22B4EA-A3E9-A890-38E5-833F557E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65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B6231-06B7-ECB2-7D20-F2DACE6D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F7D617-9BE5-AAAF-2BA9-256F23AB2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CEAC4D-5BBE-13A5-8DC4-2F2A2A44B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66722F-CB02-3425-8901-80B4CD67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B213A4-0D2D-AF24-89BC-D192954C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5D22DD-EBE9-BD58-065B-ADEDC9FD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692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DB4F24-2D4A-8098-C98C-B4526853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EAA980-B5B8-2DB9-DB58-AEEAF45EA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0C295B-5648-C997-F9ED-64A384268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8E2A8B-5AAA-C77D-3BAF-2CFF9AF6B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66ED00-7F64-6FD6-1DCE-6CD994FD4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234C66-55E1-90B6-3F9F-3B90ED31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F9A8500-925E-1657-BD00-B5AA02CE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D424F11-435D-5F89-DE01-3CA94D2E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236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7700B6-BC7D-34C2-41B5-42DBC7BD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FD8D39F-7A62-6FD1-0975-F4A8A832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5830CD-0312-94AC-8946-676D676E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D1C091-0DA2-605B-1AAB-86A33D28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969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ABBA207-AEB8-766B-AD8B-412A6AB51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AE14F5-1C1C-56B0-AA5A-4C9AC445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BCD1FB-D61B-B30C-DA3C-B37BE704A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354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A2315-D064-93EC-DE2D-59766262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7D9780-2EE2-74D1-CA7C-0887C975B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E906EB-5270-5154-62E2-019359147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7685E1-55B8-5C54-9C06-9B6BDF57C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A0F085-B9B0-1197-7710-2038054BC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B2FB34-DB9C-8FFC-1175-59BA21B8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78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10E84A-3870-7F87-4699-39855E9E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AA1D253-7710-6038-95E6-6927500DA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B8D14F-6ECD-FE26-C545-F7295BE81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2356EB-CF17-C579-DCEE-D3736250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78993D-AB9F-19A1-FB76-A833593EB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6F0251-DF91-22F5-E696-AA6A390B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91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140D5D-E482-B271-951A-125546F2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967306-D118-61B7-B102-D427C8663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0400B2-86ED-904C-B427-DB16A9EF2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2E24B7-4405-A616-69A9-22CD6B9D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921E23-EAE4-962C-1246-28B56C54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7487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263E46C-C418-5F73-7232-233BF7F6A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635FF1-E35B-DBC4-F70C-2FE7A858A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1B9102-9305-6D82-E634-0B29D609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C3293A-5009-860D-CDB5-C4A011DB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41EED0-F3E4-7558-2A69-C7C311AC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579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222557D-619A-8C40-6900-60722815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16987E-AA0C-A1CB-340E-B7D900673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D2034-92E4-EBAB-5DDE-7EB594491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B8FC3-8795-407F-9826-12FEF3031640}" type="datetimeFigureOut">
              <a:rPr lang="fr-FR" smtClean="0"/>
              <a:t>08/05/2026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E3E81-C1F9-CBC8-C384-34B65F6CD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C65F2E-BFB8-4357-1002-01C0E0027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7A5BA-EA88-436C-B908-F4BBC9BD4E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0444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8D59E-FA70-D467-8F10-D8E6BB0FB2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SRP first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AA3782A-468C-5A77-4CD0-16BFE3337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119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</Words>
  <Application>Microsoft Office PowerPoint</Application>
  <PresentationFormat>Grand écran</PresentationFormat>
  <Paragraphs>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SRP first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eya.ataknit</dc:creator>
  <cp:lastModifiedBy>eya.ataknit</cp:lastModifiedBy>
  <cp:revision>1</cp:revision>
  <dcterms:created xsi:type="dcterms:W3CDTF">2026-05-08T11:44:32Z</dcterms:created>
  <dcterms:modified xsi:type="dcterms:W3CDTF">2026-05-08T11:47:46Z</dcterms:modified>
</cp:coreProperties>
</file>